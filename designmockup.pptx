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4A34"/>
    <a:srgbClr val="05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>
      <p:cViewPr>
        <p:scale>
          <a:sx n="105" d="100"/>
          <a:sy n="105" d="100"/>
        </p:scale>
        <p:origin x="10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A4746-E5C3-1FE2-6B66-082B9944D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B80DC-8471-F093-D33A-4962CC54D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358F8-ADD2-24F7-B753-88A2360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2FD36-1DE1-5DB1-FF01-033B555A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6857E-E2EE-081D-4488-05B78287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89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B3DC-730D-42C2-3263-561DF847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00DEB-6452-399D-2FE9-EFFB52DC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AD35-A606-A07C-0DAE-2F2D39FA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6E624-2D8F-4D24-7C19-C05392DE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AFCF5-3396-07EA-22D6-77C878AF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31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C257A-62B4-7144-0745-766A9260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E03B7-5F86-642D-E1D0-713626388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278EB-7C01-E02D-C0DC-98D6241D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BD23A-7A54-AFC3-8786-72A5DA35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6A2E5-B323-677C-51D8-A21B66BE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2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0D90-9582-3890-385F-844C478F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5ADF-307F-9406-A92D-89435A984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556F1-44A0-7EFA-9A35-ACEBCA30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5B0DC-EA63-8F09-5F2A-559E74B1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3A7BD-35F4-3125-F4BF-E5F5BE06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3AF2F-48BC-891A-8F33-2CBA0FBA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4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D53E-3E41-DCC7-CFBC-5A299C4E4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39AE4-B2A2-DFDC-35C3-388D07D8C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E5752-F202-7861-0520-7C84E0547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5B5B6-E0DF-3BC2-A31C-DD01D052A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B32D2-3090-4C96-08A4-A544D6E5A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DADB57-AE0F-FE0E-6936-4A77069D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35463E-AE34-9B9D-9981-29193AFD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BC492-DE20-EB85-312E-A143455B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7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5BE9-1D83-D29D-2A70-ABDD26A2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94FC4-66F1-5CC6-7DBA-051D0BBE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4F437-97B0-7491-451A-95F63A42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A411D-0C0C-94AF-4B7F-4B4E1BF5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7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9AC42-20C9-5130-AE31-A033FC17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099A5-2418-94CA-BD17-DBCFC5DC0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E5297-2279-7308-E268-7789B266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8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82EA-1780-CA9F-2835-778A722B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5FDCF-61C5-EDDC-79CD-961DF3503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75290-A690-D8E9-C967-6E6A5901E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E2756-4105-76FC-9F03-3B9CC7D3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A505A-832C-F072-009A-FB3AAA86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25AFA-AEEB-203A-6C0A-D4501687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A156-3FE4-7DE6-A581-D2594443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0D112-D7BC-5E20-C8DB-A2F8AF9E6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76ADC-5699-0FC9-C805-8ACD6E674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C028D-56C2-C457-1686-33DE2737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584FF-4DAE-60D9-2F24-F6B31012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521FB-D83D-5856-F249-E2F39F97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6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5B4E-3B7C-829F-73E0-8311B12B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DC9DE-5033-9CD4-8A22-0EFC94868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BE5EC-489C-4405-41E9-690858D0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4C295-48B9-2EEC-0D7F-670C4C8F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D85C2-404D-0EFD-D0B9-E1BFCD7C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32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ECF84-9C14-7CF1-57D2-0D97B49845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5FDAD-0E07-16FC-B71C-B40A08199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7D0D-9AA5-33AB-E0FD-3C1013B0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E327B-C7AC-06FD-ED92-93D3DB43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01BF3-14FA-8C54-F3BF-047838049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0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59EC8-FC7C-55C2-947C-26179C835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46702-1B53-C7CD-CF89-373A33606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59A86-E9EB-37B5-E7AF-DC7FEA225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639AD-F9DC-C144-90A4-6B9E621019F5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E2BA-E80D-3C5A-D11D-AF1A34BC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02D9E-CD2D-1CB4-75F8-B8D581C8A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2789D-9D6B-C946-B7FB-E875B0594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2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5FE4-15AA-AF5E-6C97-AE512441D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060"/>
            <a:ext cx="5330351" cy="737055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</a:rPr>
              <a:t>Houston Dynamo FC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9D491-4441-6928-1EA4-95DF8ABE3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7" y="0"/>
            <a:ext cx="1433623" cy="14336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B8A5F8-36DD-E639-B907-F07E63CA89AC}"/>
              </a:ext>
            </a:extLst>
          </p:cNvPr>
          <p:cNvSpPr txBox="1"/>
          <p:nvPr/>
        </p:nvSpPr>
        <p:spPr>
          <a:xfrm>
            <a:off x="1524000" y="821037"/>
            <a:ext cx="4932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Roster Construction Model: U22 Initiative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95B22-4EEC-6A94-C25F-CB04C2A615FF}"/>
              </a:ext>
            </a:extLst>
          </p:cNvPr>
          <p:cNvSpPr txBox="1"/>
          <p:nvPr/>
        </p:nvSpPr>
        <p:spPr>
          <a:xfrm>
            <a:off x="6854350" y="261125"/>
            <a:ext cx="267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Senior Roster Size: X Players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6851E-E17A-0A35-482E-379409785CD1}"/>
              </a:ext>
            </a:extLst>
          </p:cNvPr>
          <p:cNvSpPr txBox="1"/>
          <p:nvPr/>
        </p:nvSpPr>
        <p:spPr>
          <a:xfrm>
            <a:off x="6854350" y="542819"/>
            <a:ext cx="3351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Supplemental Roster Size: Y Players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99609-63BD-642D-9551-30F292C64332}"/>
              </a:ext>
            </a:extLst>
          </p:cNvPr>
          <p:cNvSpPr txBox="1"/>
          <p:nvPr/>
        </p:nvSpPr>
        <p:spPr>
          <a:xfrm>
            <a:off x="6854350" y="832791"/>
            <a:ext cx="2752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International Spots Owned: Z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F8CECC-52D9-F541-170A-88FA102B7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67543"/>
              </p:ext>
            </p:extLst>
          </p:nvPr>
        </p:nvGraphicFramePr>
        <p:xfrm>
          <a:off x="256679" y="2299772"/>
          <a:ext cx="8699594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2456">
                  <a:extLst>
                    <a:ext uri="{9D8B030D-6E8A-4147-A177-3AD203B41FA5}">
                      <a16:colId xmlns:a16="http://schemas.microsoft.com/office/drawing/2014/main" val="578265025"/>
                    </a:ext>
                  </a:extLst>
                </a:gridCol>
                <a:gridCol w="1236115">
                  <a:extLst>
                    <a:ext uri="{9D8B030D-6E8A-4147-A177-3AD203B41FA5}">
                      <a16:colId xmlns:a16="http://schemas.microsoft.com/office/drawing/2014/main" val="3145692410"/>
                    </a:ext>
                  </a:extLst>
                </a:gridCol>
                <a:gridCol w="1660847">
                  <a:extLst>
                    <a:ext uri="{9D8B030D-6E8A-4147-A177-3AD203B41FA5}">
                      <a16:colId xmlns:a16="http://schemas.microsoft.com/office/drawing/2014/main" val="975472915"/>
                    </a:ext>
                  </a:extLst>
                </a:gridCol>
                <a:gridCol w="3450176">
                  <a:extLst>
                    <a:ext uri="{9D8B030D-6E8A-4147-A177-3AD203B41FA5}">
                      <a16:colId xmlns:a16="http://schemas.microsoft.com/office/drawing/2014/main" val="3366229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13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Ezequiel Ponce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$2,500,000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Designated Player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88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Lawrence Ennali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LW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$450,000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U22 Initiative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76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Artur</a:t>
                      </a:r>
                    </a:p>
                  </a:txBody>
                  <a:tcPr>
                    <a:solidFill>
                      <a:srgbClr val="D84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CDM</a:t>
                      </a:r>
                    </a:p>
                  </a:txBody>
                  <a:tcPr>
                    <a:solidFill>
                      <a:srgbClr val="D84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$800,000</a:t>
                      </a:r>
                    </a:p>
                  </a:txBody>
                  <a:tcPr>
                    <a:solidFill>
                      <a:srgbClr val="D84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Targeted Allocation</a:t>
                      </a:r>
                    </a:p>
                  </a:txBody>
                  <a:tcPr>
                    <a:solidFill>
                      <a:srgbClr val="D84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95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Griffin Dorsey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Senior Roster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300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Brooklyn Raines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$120,000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Supplemental Roster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0162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31C69D-921F-BD3F-0891-E3B683441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566091"/>
              </p:ext>
            </p:extLst>
          </p:nvPr>
        </p:nvGraphicFramePr>
        <p:xfrm>
          <a:off x="9514324" y="1451762"/>
          <a:ext cx="2269745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69745">
                  <a:extLst>
                    <a:ext uri="{9D8B030D-6E8A-4147-A177-3AD203B41FA5}">
                      <a16:colId xmlns:a16="http://schemas.microsoft.com/office/drawing/2014/main" val="2566586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Designated Players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337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BD6D4D-574C-72BC-B861-96B30BBE3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226724"/>
              </p:ext>
            </p:extLst>
          </p:nvPr>
        </p:nvGraphicFramePr>
        <p:xfrm>
          <a:off x="9530211" y="2499321"/>
          <a:ext cx="2269745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69745">
                  <a:extLst>
                    <a:ext uri="{9D8B030D-6E8A-4147-A177-3AD203B41FA5}">
                      <a16:colId xmlns:a16="http://schemas.microsoft.com/office/drawing/2014/main" val="2566586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U22 Players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3373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493BA9-8689-C48C-FD67-43B76BE74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004794"/>
              </p:ext>
            </p:extLst>
          </p:nvPr>
        </p:nvGraphicFramePr>
        <p:xfrm>
          <a:off x="9514323" y="3546880"/>
          <a:ext cx="2269745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69745">
                  <a:extLst>
                    <a:ext uri="{9D8B030D-6E8A-4147-A177-3AD203B41FA5}">
                      <a16:colId xmlns:a16="http://schemas.microsoft.com/office/drawing/2014/main" val="2566586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GAM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3373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9A6C8E9-EA08-2A6C-995E-B385B3D73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022532"/>
              </p:ext>
            </p:extLst>
          </p:nvPr>
        </p:nvGraphicFramePr>
        <p:xfrm>
          <a:off x="9530211" y="4594439"/>
          <a:ext cx="2269745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69745">
                  <a:extLst>
                    <a:ext uri="{9D8B030D-6E8A-4147-A177-3AD203B41FA5}">
                      <a16:colId xmlns:a16="http://schemas.microsoft.com/office/drawing/2014/main" val="2566586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Remaining TAM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3373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85BF307-A62B-6AC0-D1F4-32E2033A8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302700"/>
              </p:ext>
            </p:extLst>
          </p:nvPr>
        </p:nvGraphicFramePr>
        <p:xfrm>
          <a:off x="256679" y="1442424"/>
          <a:ext cx="407077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0772">
                  <a:extLst>
                    <a:ext uri="{9D8B030D-6E8A-4147-A177-3AD203B41FA5}">
                      <a16:colId xmlns:a16="http://schemas.microsoft.com/office/drawing/2014/main" val="2566586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Spend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337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B05C0E2-7221-FAE4-A358-B68710A92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340332"/>
              </p:ext>
            </p:extLst>
          </p:nvPr>
        </p:nvGraphicFramePr>
        <p:xfrm>
          <a:off x="4885501" y="1433623"/>
          <a:ext cx="4070772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0772">
                  <a:extLst>
                    <a:ext uri="{9D8B030D-6E8A-4147-A177-3AD203B41FA5}">
                      <a16:colId xmlns:a16="http://schemas.microsoft.com/office/drawing/2014/main" val="2566586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Cap Hit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87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33734"/>
                  </a:ext>
                </a:extLst>
              </a:tr>
            </a:tbl>
          </a:graphicData>
        </a:graphic>
      </p:graphicFrame>
      <p:pic>
        <p:nvPicPr>
          <p:cNvPr id="18" name="Graphic 17" descr="Earth globe: Americas with solid fill">
            <a:extLst>
              <a:ext uri="{FF2B5EF4-FFF2-40B4-BE49-F238E27FC236}">
                <a16:creationId xmlns:a16="http://schemas.microsoft.com/office/drawing/2014/main" id="{FB3939B4-9AA3-3DF4-97F0-472F542D5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9953" y="2715127"/>
            <a:ext cx="246803" cy="246803"/>
          </a:xfrm>
          <a:prstGeom prst="rect">
            <a:avLst/>
          </a:prstGeom>
        </p:spPr>
      </p:pic>
      <p:pic>
        <p:nvPicPr>
          <p:cNvPr id="19" name="Graphic 18" descr="Earth globe: Americas with solid fill">
            <a:extLst>
              <a:ext uri="{FF2B5EF4-FFF2-40B4-BE49-F238E27FC236}">
                <a16:creationId xmlns:a16="http://schemas.microsoft.com/office/drawing/2014/main" id="{447BE539-851F-4ADB-CC86-FAA98AA4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354" y="3086399"/>
            <a:ext cx="246803" cy="24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3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79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Houston Dynamo FC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Leenser</dc:creator>
  <cp:lastModifiedBy>Thomas, Leenser</cp:lastModifiedBy>
  <cp:revision>1</cp:revision>
  <dcterms:created xsi:type="dcterms:W3CDTF">2026-01-05T21:44:01Z</dcterms:created>
  <dcterms:modified xsi:type="dcterms:W3CDTF">2026-01-06T00:18:59Z</dcterms:modified>
</cp:coreProperties>
</file>